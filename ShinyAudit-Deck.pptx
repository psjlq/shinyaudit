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419856"/>
            <a:ext cx="12191695" cy="18288"/>
          </a:xfrm>
          <a:prstGeom prst="rect">
            <a:avLst/>
          </a:prstGeom>
          <a:solidFill>
            <a:srgbClr val="5601B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32704" y="105156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11114"/>
          </a:solidFill>
          <a:ln w="15875">
            <a:solidFill>
              <a:srgbClr val="5601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1033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ctr" indent="0" marL="0">
              <a:buNone/>
            </a:pPr>
            <a:r>
              <a:rPr lang="en-US" sz="2600" b="1" spc="-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algn="ctr" indent="0" marL="0">
              <a:buNone/>
            </a:pPr>
            <a:r>
              <a:rPr lang="en-US" sz="26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ctr" indent="0" marL="0">
              <a:buNone/>
            </a:pPr>
            <a:r>
              <a:rPr lang="en-US" sz="6000" b="1" spc="-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algn="ctr" indent="0" marL="0">
              <a:buNone/>
            </a:pPr>
            <a:r>
              <a:rPr lang="en-US" sz="60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ctr" indent="0" marL="0">
              <a:buNone/>
            </a:pPr>
            <a:r>
              <a:rPr lang="en-US" sz="60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swarm.  A ledger.  A verdict.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on-chain investigator built on Somnia's Agentic L1.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9488" y="48006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488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shinyaudit.vercel.app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49928" y="48006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9928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github.com/pSJLq/ShinyAudit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70368" y="48006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0368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Somnia Shannon · chain 50312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the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Explorers show data. Nobody answers the question.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18288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anything on-chain today means manually stitching together a dozen tabs — explorer, source code, holder lists, social profiles, fund flows — and doing the reasoning yourself. It's slow, expert-only, and leaves no verifiable trail.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2688" y="3383280"/>
            <a:ext cx="6108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Fragmented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jump across 10+ tools and reconcile them by hand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4224528"/>
            <a:ext cx="6108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Expert-only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bytecode, tracing funds, de-anonymizing wallets needs deep skill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06577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" y="5065776"/>
            <a:ext cx="6108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Unverifiable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of an answer proves nothing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06640" y="1828800"/>
            <a:ext cx="4206240" cy="411480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people actually have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46888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"Audit this casino for rug vectors"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owns this contract — really?"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token a honeypot?"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did the treasury go?"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this UNVERIFIED contract do?"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these two wallets the same person?"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the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in plain language. A swarm investigates.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1828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ShinyAudit turns any on-chain question — in any language — into an autonomous investigation. A swarm of agents on Somnia plans the work, reads the ledger through real on-chain agent calls, reasons across multiple rounds, and returns a verdict you can verify.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164" y="3154680"/>
            <a:ext cx="2057400" cy="17373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5832" y="3383280"/>
            <a:ext cx="512064" cy="512064"/>
          </a:xfrm>
          <a:prstGeom prst="ellipse">
            <a:avLst/>
          </a:prstGeom>
          <a:solidFill>
            <a:srgbClr val="07070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5832" y="3383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4604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2892" y="43616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prompt, any language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62276" y="3154680"/>
            <a:ext cx="201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45156" y="3154680"/>
            <a:ext cx="2057400" cy="17373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7824" y="3383280"/>
            <a:ext cx="512064" cy="512064"/>
          </a:xfrm>
          <a:prstGeom prst="ellipse">
            <a:avLst/>
          </a:prstGeom>
          <a:solidFill>
            <a:srgbClr val="07070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7824" y="3383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36596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54884" y="43616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picks the right tools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84268" y="3154680"/>
            <a:ext cx="201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67148" y="3154680"/>
            <a:ext cx="2057400" cy="17373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9816" y="3383280"/>
            <a:ext cx="512064" cy="512064"/>
          </a:xfrm>
          <a:prstGeom prst="ellipse">
            <a:avLst/>
          </a:prstGeom>
          <a:solidFill>
            <a:srgbClr val="07070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9816" y="3383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58588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76876" y="43616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= real on-chain agent call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06260" y="3154680"/>
            <a:ext cx="201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89140" y="3154680"/>
            <a:ext cx="2057400" cy="17373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1808" y="3383280"/>
            <a:ext cx="512064" cy="512064"/>
          </a:xfrm>
          <a:prstGeom prst="ellipse">
            <a:avLst/>
          </a:prstGeom>
          <a:solidFill>
            <a:srgbClr val="07070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1808" y="3383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80580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98868" y="43616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multi-round, walks the graph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28252" y="3154680"/>
            <a:ext cx="201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11132" y="3154680"/>
            <a:ext cx="2057400" cy="17373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83800" y="3383280"/>
            <a:ext cx="512064" cy="512064"/>
          </a:xfrm>
          <a:prstGeom prst="ellipse">
            <a:avLst/>
          </a:prstGeom>
          <a:solidFill>
            <a:srgbClr val="07070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83800" y="3383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602572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620860" y="43616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evidence + receipts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real createRequest() to Somnia's agent platform — finalized by a validator subcommittee, with a public receipt. No off-chain shortcuts.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what makes it different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things nobody else does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440680" cy="1965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828800"/>
            <a:ext cx="54864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965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" y="20299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on-chain &amp; agentic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26060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a real Somnia agent tx with a sealed receipt. Two modes: an observable orchestrator loop, and a fully native inferToolsChat where the on-chain LLM self-directs the whole run.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440680" cy="1965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28800"/>
            <a:ext cx="54864" cy="1965960"/>
          </a:xfrm>
          <a:prstGeom prst="rect">
            <a:avLst/>
          </a:prstGeom>
          <a:solidFill>
            <a:srgbClr val="6E6E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744200" y="1965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46520" y="20299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Adaptive, not scripted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composable tools anchored by universal primitives — view_call reads ANY function of ANY contract by signature; discover finds things by criterion. It handles questions nobody pre-programmed.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5440680" cy="1965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069080"/>
            <a:ext cx="54864" cy="1965960"/>
          </a:xfrm>
          <a:prstGeom prst="rect">
            <a:avLst/>
          </a:prstGeom>
          <a:solidFill>
            <a:srgbClr val="00C06E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7240" y="42702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Reverse-engineers the opaque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4846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source? It disassembles bytecode to recover the ABI, scans opcodes for danger, reads raw storage slots, classifies the type — honest about confidence.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069080"/>
            <a:ext cx="5440680" cy="1965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069080"/>
            <a:ext cx="54864" cy="1965960"/>
          </a:xfrm>
          <a:prstGeom prst="rect">
            <a:avLst/>
          </a:prstGeom>
          <a:solidFill>
            <a:srgbClr val="5601BF"/>
          </a:solidFill>
          <a:ln/>
        </p:spPr>
      </p:sp>
      <p:sp>
        <p:nvSpPr>
          <p:cNvPr id="31" name="Text 29"/>
          <p:cNvSpPr/>
          <p:nvPr/>
        </p:nvSpPr>
        <p:spPr>
          <a:xfrm>
            <a:off x="1074420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46520" y="42702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Verifiable + monetized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6520" y="4846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receipts back every claim. A custom escrow contract handles one-click pre-funded billing with a service fee.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capability surface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164 on-chain tools across 7 domains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440680" cy="1207008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9568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304288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source read · category classifier · owner/admin resolver · proxy &amp; upgrade analysis · 12-point + category checklists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440680" cy="1207008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9568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2304288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 · X/Twitter · ENS · Lens · Farcaster · Mirror · Galxe — merged into one deterministic 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5440680" cy="1207008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3284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3675888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fund-flow tracing · funding-trail de-anon · address linkage · behavioural archetypes (bot/whale/deployer)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5440680" cy="1207008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33284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safety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19088" y="3675888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/ rug detection · distribution &amp; whale analysis · approval scanner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5440680" cy="1207008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7000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Reverse-engineering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5047488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→ ABI recovery · opcode danger scan · raw storage reads · clone / fork detection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572000"/>
            <a:ext cx="5440680" cy="1207008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47000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 &amp; interop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19088" y="5047488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/ fresh contracts · top tokens · search · full Model Context Protocol server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signature capability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Cracks open contracts with no source code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go blind on unverified contracts. ShinyAudit reads them straight from bytecode — recovering the callable ABI, flagging dangerous opcodes, and reading hidden state.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064240" cy="3200400"/>
          </a:xfrm>
          <a:prstGeom prst="rect">
            <a:avLst/>
          </a:prstGeom>
          <a:solidFill>
            <a:srgbClr val="0B0B0E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solidFill>
            <a:srgbClr val="11111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862072"/>
            <a:ext cx="118872" cy="118872"/>
          </a:xfrm>
          <a:prstGeom prst="ellipse">
            <a:avLst/>
          </a:prstGeom>
          <a:solidFill>
            <a:srgbClr val="E0451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" y="2862072"/>
            <a:ext cx="118872" cy="118872"/>
          </a:xfrm>
          <a:prstGeom prst="ellipse">
            <a:avLst/>
          </a:prstGeom>
          <a:solidFill>
            <a:srgbClr val="E0A11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3856" y="2862072"/>
            <a:ext cx="118872" cy="118872"/>
          </a:xfrm>
          <a:prstGeom prst="ellipse">
            <a:avLst/>
          </a:prstGeom>
          <a:solidFill>
            <a:srgbClr val="00C06E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2743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investigating  0x7983…0F6F  ·  unverified casino contract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3291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classify(0x7983…)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6073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type=custom + owner() · proxy=no · access_control=owner()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92277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selectors(0x7983…)  — recover ABI from bytecode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2382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external functions found: getBet(), lockedReserve(), 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55371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bytecode_scan(0x7983…)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8691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39KB · 161 SSTORE · CREATE×1 (factory) · ⚠ verify on explorer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1846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contract_owner(0x7983…)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50011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= 0x3fFa… ≈ Shiny11111 (OpenSea), @ShinyViq (X/Twitter)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endpoints feed a strictly on-chain agent loop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11064240" cy="114300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874520"/>
            <a:ext cx="54864" cy="1143000"/>
          </a:xfrm>
          <a:prstGeom prst="rect">
            <a:avLst/>
          </a:prstGeom>
          <a:solidFill>
            <a:srgbClr val="6E6EE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0391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6E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2039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chat UI (SSE stream)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20391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escrow.deposit() once → pre-funded STT credit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9718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114300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564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23360" y="3456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plan → dispatch → reason → synthesize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34564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detectIntent · pre-flight rails · ≤6 rounds · budget cap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43891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64240" cy="114300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09160"/>
            <a:ext cx="54864" cy="1143000"/>
          </a:xfrm>
          <a:prstGeom prst="rect">
            <a:avLst/>
          </a:prstGeom>
          <a:solidFill>
            <a:srgbClr val="00C06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737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SOMNIA AGENT PLATFORM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23360" y="4873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escrow.dispatchFor() → createRequest()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48737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 subcommittee finalizes → sealed receipt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tools are server-side aggregators returning a compact summary, so validator consensus is fast — but the dispatch itself is always on-chain with a real receipt.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built &amp; live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Deployed, verifiable, on testnet today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3520440" cy="141732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874520"/>
            <a:ext cx="54864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0391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tools, 7 domains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1874520"/>
            <a:ext cx="3520440" cy="141732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1874520"/>
            <a:ext cx="54864" cy="1417320"/>
          </a:xfrm>
          <a:prstGeom prst="rect">
            <a:avLst/>
          </a:prstGeom>
          <a:solidFill>
            <a:srgbClr val="00C06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0391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498848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· real receipts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1874520"/>
            <a:ext cx="3520440" cy="141732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874520"/>
            <a:ext cx="54864" cy="1417320"/>
          </a:xfrm>
          <a:prstGeom prst="rect">
            <a:avLst/>
          </a:prstGeom>
          <a:solidFill>
            <a:srgbClr val="6E6EED"/>
          </a:solidFill>
          <a:ln/>
        </p:spPr>
      </p:sp>
      <p:sp>
        <p:nvSpPr>
          <p:cNvPr id="24" name="Text 22"/>
          <p:cNvSpPr/>
          <p:nvPr/>
        </p:nvSpPr>
        <p:spPr>
          <a:xfrm>
            <a:off x="8257032" y="20391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2753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modes (loop + native)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11064240" cy="2148840"/>
          </a:xfrm>
          <a:prstGeom prst="rect">
            <a:avLst/>
          </a:prstGeom>
          <a:solidFill>
            <a:srgbClr val="111114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on Somnia Shannon testnet (chain 50312)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contract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42519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0xfd827d464f84d6b101bd5d51cf4a0a7261221ea0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617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Somnia agent platform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0" y="46177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0x037Bb9C718F3f7fe5eCBDB0b600D607b52706776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9834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9834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agents.testnet.somnia.network/receipts/&lt;id&gt;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3492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endpoint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534924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shinyaudit.vercel.app/api/mcp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vision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explorer-for-experts to answers-for-everyone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" y="1920240"/>
            <a:ext cx="10588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Mainnet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flag flips RPC + explorer to Somnia mainnet — treasury, $SOMI distribution, real-stakes audits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" y="2880360"/>
            <a:ext cx="10588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Rich visual reports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gauges, fund-flow graphs, distribution charts rendered from the same on-chain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" y="3840480"/>
            <a:ext cx="10588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watch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agents that monitor a contract/wallet and alert on owner changes, large flows, new approvals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4800600"/>
            <a:ext cx="10588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 layer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makes every Somnia agent + ShinyAudit's 164 tools callable from any LLM client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82296" cy="82296"/>
          </a:xfrm>
          <a:prstGeom prst="rect">
            <a:avLst/>
          </a:prstGeom>
          <a:solidFill>
            <a:srgbClr val="5601B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66928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65760"/>
            <a:ext cx="82296" cy="82296"/>
          </a:xfrm>
          <a:prstGeom prst="rect">
            <a:avLst/>
          </a:prstGeom>
          <a:solidFill>
            <a:srgbClr val="6E6EED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36576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566928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6355080"/>
            <a:ext cx="82296" cy="82296"/>
          </a:xfrm>
          <a:prstGeom prst="rect">
            <a:avLst/>
          </a:prstGeom>
          <a:solidFill>
            <a:srgbClr val="6E6EE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355080"/>
            <a:ext cx="82296" cy="82296"/>
          </a:xfrm>
          <a:prstGeom prst="rect">
            <a:avLst/>
          </a:prstGeom>
          <a:solidFill>
            <a:srgbClr val="5601B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355080"/>
            <a:ext cx="82296" cy="82296"/>
          </a:xfrm>
          <a:prstGeom prst="rect">
            <a:avLst/>
          </a:prstGeom>
          <a:solidFill>
            <a:srgbClr val="5601B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355080"/>
            <a:ext cx="82296" cy="82296"/>
          </a:xfrm>
          <a:prstGeom prst="rect">
            <a:avLst/>
          </a:prstGeom>
          <a:solidFill>
            <a:srgbClr val="6E6EED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419856"/>
            <a:ext cx="12191695" cy="18288"/>
          </a:xfrm>
          <a:prstGeom prst="rect">
            <a:avLst/>
          </a:prstGeom>
          <a:solidFill>
            <a:srgbClr val="5601B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32704" y="12344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11114"/>
          </a:solidFill>
          <a:ln w="15875">
            <a:solidFill>
              <a:srgbClr val="5601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12161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ctr" indent="0" marL="0">
              <a:buNone/>
            </a:pPr>
            <a:r>
              <a:rPr lang="en-US" sz="2600" b="1" spc="-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algn="ctr" indent="0" marL="0">
              <a:buNone/>
            </a:pPr>
            <a:r>
              <a:rPr lang="en-US" sz="2600" b="1" spc="-100" kern="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0" y="25146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swarm. A ledger. A verdict.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that lives on-chain — get a verifiable answer.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55368" y="40690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11114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5368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 →  </a:t>
            </a:r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shinyaudit.vercel.app/chat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40690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11114"/>
          </a:solidFill>
          <a:ln w="15875">
            <a:solidFill>
              <a:srgbClr val="6E6E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→  </a:t>
            </a:r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github.com/pSJLq/ShinyAudit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the Somnia Agentathon ·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{s}</a:t>
            </a:r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hinyAudit</a:t>
            </a:r>
            <a:pPr algn="l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agentic on-chain investigator · Somnia Agentathon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ShinyAudit — Agentic On-Chain Investigator</dc:title>
  <dc:subject>PptxGenJS Presentation</dc:subject>
  <dc:creator>ShinyAudit</dc:creator>
  <cp:lastModifiedBy>ShinyAudit</cp:lastModifiedBy>
  <cp:revision>1</cp:revision>
  <dcterms:created xsi:type="dcterms:W3CDTF">2026-05-29T17:25:26Z</dcterms:created>
  <dcterms:modified xsi:type="dcterms:W3CDTF">2026-05-29T17:25:26Z</dcterms:modified>
</cp:coreProperties>
</file>